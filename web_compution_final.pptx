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Nunito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13" autoAdjust="0"/>
  </p:normalViewPr>
  <p:slideViewPr>
    <p:cSldViewPr snapToGrid="0">
      <p:cViewPr varScale="1">
        <p:scale>
          <a:sx n="157" d="100"/>
          <a:sy n="157" d="100"/>
        </p:scale>
        <p:origin x="610" y="1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1624e4762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1624e4762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1624e476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f1624e476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אפליקציית Dash משמשת כממשק העיקרי - כפתורים, תפריטים נפתחים (dropdowns), וכרטיסיות (tabs).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האפליקציה כוללת אפשרות לעבור למצב כהה (Dark Mode).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Firebase משמש כמסד נתונים מבוסס ענן שבו נשמרים נתוני פעילות המשתמשים - הנתונים נטענים מ-Firebase ומעובדים על מנת למצוא דפוסי פעילות כמו פעולות יצירה/מחיקה או מעברים בין כרטיסיות.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ngrok משמש ליצירת URL ציבורי שמאפשר גישה לאפליקציה מבחוץ, מה שמקל על שיתוף ובדיקה של האפליקציה.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צ'אטבוט שנבנה בעזרת NLTK (Natural Language Toolkit) מציע תשובות אוטומטיות לשאלות המשתמשים, המבוססות על דפוסים מוגדרים מראש.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הנתונים המועלים לאפליקציה מנותחים באמצעות Pandas כדי לחשב סטטיסטיקות שונות, כמו זמנים מועדפים ללמידה, משתמשים פעילים וכו'.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Plotly Express משמש ליצירת תרשימים אינטראקטיביים המציגים את המידע בצורה ברורה וויזואלית, כמו גרפי עמודות, גרפי קווים ועוד.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מאפיינים מרכזיים: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חוויית משתמש מותאמת אישית: המערכת כוללת אפשרויות התאמה אישית כמו מצב כהה ואפשרות לסינון נתונים לפי משתמשים או טווחי זמן.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אינטראקטיביות: המשתמש יכול להעלות קבצי JSON, לנתח אותם, ולבחור אילו תרשימים להציג בהתאם לצרכיו.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233A44"/>
                </a:solidFill>
                <a:latin typeface="Calibri"/>
                <a:ea typeface="Calibri"/>
                <a:cs typeface="Calibri"/>
                <a:sym typeface="Calibri"/>
              </a:rPr>
              <a:t>מערכת רב-תפקודית: האפליקציה משלבת בין כלי ויזואליזציה, עיבוד נתונים, וצ'אטבוט חכם המספק תובנות על הנתונים.</a:t>
            </a: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233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1624e4762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1624e4762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1624e4762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1624e4762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fa09f9206_4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fa09f9206_4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1624e476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1624e476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fa09f9206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8fa09f9206_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fa09f9206_4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fa09f9206_4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fa09f9206_4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fa09f9206_4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1624e4762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1624e4762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8fa09f9206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8fa09f9206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f1624e4762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f1624e4762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1624e476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f1624e476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1624e4762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f1624e4762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IhKlomXf5_CMJueOj3FBTaz-j2yA5ZV8/vie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28800" y="673776"/>
            <a:ext cx="5361300" cy="12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Computing</a:t>
            </a:r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533150" y="1858625"/>
            <a:ext cx="60777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Nunito"/>
                <a:ea typeface="Nunito"/>
                <a:cs typeface="Nunito"/>
                <a:sym typeface="Nunito"/>
              </a:rPr>
              <a:t>OnShape Charts and Statistics Dashboard</a:t>
            </a:r>
            <a:endParaRPr sz="240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2513550" y="2558400"/>
            <a:ext cx="41169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Students Names: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Hassan said </a:t>
            </a: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ahmad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Anat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Rutman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Yonatan Sherer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Dana Soudry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Nermeen </a:t>
            </a: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Basilla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Abed </a:t>
            </a: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Ellateef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Zaobi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1828375" y="3829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Elevator Pitch of Our Program</a:t>
            </a:r>
            <a:endParaRPr/>
          </a:p>
        </p:txBody>
      </p:sp>
      <p:pic>
        <p:nvPicPr>
          <p:cNvPr id="136" name="Google Shape;136;p14" title="OnShape Pitch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100" y="1099875"/>
            <a:ext cx="4942250" cy="37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3269525" y="511000"/>
            <a:ext cx="2857500" cy="6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Architecture</a:t>
            </a:r>
            <a:endParaRPr sz="3400"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525" y="1469625"/>
            <a:ext cx="4016952" cy="31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1517500" y="488425"/>
            <a:ext cx="67221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Non-Functional Requirements</a:t>
            </a:r>
            <a:endParaRPr sz="3400"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279150" y="1367274"/>
            <a:ext cx="8463300" cy="2803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685800" lvl="0" indent="-3683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זמן</a:t>
            </a:r>
            <a:r>
              <a:rPr lang="en-GB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תגובה</a:t>
            </a:r>
            <a:r>
              <a:rPr lang="en-GB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מהיר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ועיבוד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בקשות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משתמשים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באופן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מיידי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685800" lvl="0" indent="-3683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זמינות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e-IL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בכל זמן נתון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מינימום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תקלות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685800" lvl="0" indent="-3683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קלה</a:t>
            </a:r>
            <a:r>
              <a:rPr lang="en-GB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לשימוש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ממשק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משתמש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ידידותי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ומובן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685800" lvl="0" indent="-3683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כוללת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מנגנוני</a:t>
            </a:r>
            <a:r>
              <a:rPr lang="en-GB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גיבוי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נתונים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כדי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להבטיח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שמירה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על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המידע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685800" lvl="0" indent="-3683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he-IL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תסופק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he-IL" sz="22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תמיכה </a:t>
            </a:r>
            <a:r>
              <a:rPr lang="en-GB" sz="22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למשתמשים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ולמנהלי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המערכת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כולל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מדריכים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ותשובות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לשאלות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נפוצות</a:t>
            </a:r>
            <a:r>
              <a:rPr lang="en-GB" sz="2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68580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685800" lvl="0" indent="-22860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 </a:t>
            </a:r>
            <a:endParaRPr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3570900" y="314675"/>
            <a:ext cx="3447606" cy="6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dirty="0"/>
              <a:t>Use Case</a:t>
            </a:r>
            <a:endParaRPr sz="3400" dirty="0"/>
          </a:p>
        </p:txBody>
      </p:sp>
      <p:pic>
        <p:nvPicPr>
          <p:cNvPr id="2" name="image5.png">
            <a:extLst>
              <a:ext uri="{FF2B5EF4-FFF2-40B4-BE49-F238E27FC236}">
                <a16:creationId xmlns:a16="http://schemas.microsoft.com/office/drawing/2014/main" id="{67C7D8CD-6E83-E13A-82E1-89063B662819}"/>
              </a:ext>
            </a:extLst>
          </p:cNvPr>
          <p:cNvPicPr/>
          <p:nvPr/>
        </p:nvPicPr>
        <p:blipFill>
          <a:blip r:embed="rId3"/>
          <a:srcRect t="1794"/>
          <a:stretch>
            <a:fillRect/>
          </a:stretch>
        </p:blipFill>
        <p:spPr>
          <a:xfrm>
            <a:off x="1843391" y="1127565"/>
            <a:ext cx="5448293" cy="330824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580700" y="845600"/>
            <a:ext cx="8161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A manager using our system can check the following:</a:t>
            </a:r>
            <a:endParaRPr sz="2600"/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580700" y="15070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1.Function: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the most active days and times for student work.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450" y="2036900"/>
            <a:ext cx="7174750" cy="23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>
            <a:spLocks noGrp="1"/>
          </p:cNvSpPr>
          <p:nvPr>
            <p:ph type="title"/>
          </p:nvPr>
        </p:nvSpPr>
        <p:spPr>
          <a:xfrm>
            <a:off x="584875" y="806725"/>
            <a:ext cx="8264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A manager using our system can check the following:</a:t>
            </a:r>
            <a:endParaRPr sz="2600"/>
          </a:p>
        </p:txBody>
      </p:sp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819150" y="14934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2.Function: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the student are online (for the last 10 min)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69" name="Google Shape;16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475" y="1938350"/>
            <a:ext cx="6367776" cy="23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3825" y="2853800"/>
            <a:ext cx="37147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>
            <a:spLocks noGrp="1"/>
          </p:cNvSpPr>
          <p:nvPr>
            <p:ph type="title"/>
          </p:nvPr>
        </p:nvSpPr>
        <p:spPr>
          <a:xfrm>
            <a:off x="429275" y="845600"/>
            <a:ext cx="8293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A manager using our system can check the following:</a:t>
            </a:r>
            <a:endParaRPr sz="2600"/>
          </a:p>
        </p:txBody>
      </p:sp>
      <p:sp>
        <p:nvSpPr>
          <p:cNvPr id="176" name="Google Shape;176;p20"/>
          <p:cNvSpPr txBox="1">
            <a:spLocks noGrp="1"/>
          </p:cNvSpPr>
          <p:nvPr>
            <p:ph type="body" idx="1"/>
          </p:nvPr>
        </p:nvSpPr>
        <p:spPr>
          <a:xfrm>
            <a:off x="819150" y="149340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3.Function: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Preferred Learning Times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075" y="2028025"/>
            <a:ext cx="7008600" cy="217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468175" y="845600"/>
            <a:ext cx="82938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A manager using our system can check the following:</a:t>
            </a:r>
            <a:endParaRPr sz="260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819150" y="15521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4.Function: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Actions count over time / by user 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38" y="1968899"/>
            <a:ext cx="5113249" cy="149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0888" y="3436100"/>
            <a:ext cx="4518927" cy="13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545950" y="845600"/>
            <a:ext cx="82161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A manager using our system can check the following:</a:t>
            </a:r>
            <a:endParaRPr sz="2600"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696525" y="1302650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5.Function: 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description frequency </a:t>
            </a:r>
            <a:b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6550" y="1662671"/>
            <a:ext cx="4368300" cy="2724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880650" y="276350"/>
            <a:ext cx="76674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Changes made after week 7’s studio </a:t>
            </a:r>
            <a:endParaRPr sz="3600"/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t="532" b="779"/>
          <a:stretch/>
        </p:blipFill>
        <p:spPr>
          <a:xfrm>
            <a:off x="1689225" y="1042225"/>
            <a:ext cx="5765550" cy="3749125"/>
          </a:xfrm>
          <a:prstGeom prst="rect">
            <a:avLst/>
          </a:prstGeom>
          <a:noFill/>
          <a:ln>
            <a:noFill/>
          </a:ln>
          <a:effectLst>
            <a:outerShdw blurRad="2857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819150" y="3708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Changes made after week 10’s studio </a:t>
            </a:r>
            <a:endParaRPr/>
          </a:p>
        </p:txBody>
      </p:sp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 l="477" t="467"/>
          <a:stretch/>
        </p:blipFill>
        <p:spPr>
          <a:xfrm>
            <a:off x="2342175" y="1099375"/>
            <a:ext cx="4362025" cy="3641699"/>
          </a:xfrm>
          <a:prstGeom prst="rect">
            <a:avLst/>
          </a:prstGeom>
          <a:noFill/>
          <a:ln>
            <a:noFill/>
          </a:ln>
          <a:effectLst>
            <a:outerShdw blurRad="2857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3372150" y="138275"/>
            <a:ext cx="2399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SUS Score</a:t>
            </a:r>
            <a:endParaRPr sz="3600"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5772549" y="2232000"/>
            <a:ext cx="1386000" cy="8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ct val="71338"/>
              <a:buNone/>
            </a:pPr>
            <a:r>
              <a:rPr lang="en-GB" sz="1195">
                <a:latin typeface="Arial"/>
                <a:ea typeface="Arial"/>
                <a:cs typeface="Arial"/>
                <a:sym typeface="Arial"/>
              </a:rPr>
              <a:t>אחרי קבלת משובים וחישוב ה SUS קיבלנו </a:t>
            </a:r>
            <a:endParaRPr sz="1195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1">
              <a:spcBef>
                <a:spcPts val="1200"/>
              </a:spcBef>
              <a:spcAft>
                <a:spcPts val="1200"/>
              </a:spcAft>
              <a:buSzPct val="61111"/>
              <a:buNone/>
            </a:pPr>
            <a:endParaRPr sz="1395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172" y="2020475"/>
            <a:ext cx="1530425" cy="129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75" y="829375"/>
            <a:ext cx="5362349" cy="3883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5"/>
          <p:cNvCxnSpPr/>
          <p:nvPr/>
        </p:nvCxnSpPr>
        <p:spPr>
          <a:xfrm>
            <a:off x="5940250" y="2771075"/>
            <a:ext cx="105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>
            <a:spLocks noGrp="1"/>
          </p:cNvSpPr>
          <p:nvPr>
            <p:ph type="title"/>
          </p:nvPr>
        </p:nvSpPr>
        <p:spPr>
          <a:xfrm>
            <a:off x="2192825" y="330825"/>
            <a:ext cx="51525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Algorithm transparency</a:t>
            </a:r>
            <a:endParaRPr sz="3600"/>
          </a:p>
        </p:txBody>
      </p:sp>
      <p:sp>
        <p:nvSpPr>
          <p:cNvPr id="219" name="Google Shape;219;p26"/>
          <p:cNvSpPr txBox="1">
            <a:spLocks noGrp="1"/>
          </p:cNvSpPr>
          <p:nvPr>
            <p:ph type="body" idx="1"/>
          </p:nvPr>
        </p:nvSpPr>
        <p:spPr>
          <a:xfrm>
            <a:off x="819150" y="1139750"/>
            <a:ext cx="7505700" cy="344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שקיפות אלגוריתמית מתייחסת לשקיפות ולבהירות שבהן מוצגים תהליכי העבודה של אלגוריתם, ומאפשרת למשתמשים להבין כיצד מתקבלות ההחלטות. יישום בפרויקט שלנו: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r" rtl="1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תיעוד ברור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הסברים מפורטים על אופן עיבוד הנתונים וקבלת ההחלטות.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ייצוגים חזותיים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שימוש בגרפים ותרשימים להמחשת תהליך קבלת ההחלטות.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לולאת משוב ממשתמשים</a:t>
            </a: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מאפשרת למשתמשים לשאול ולהבין את התוצאות שמפיק האלגוריתם.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1"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title"/>
          </p:nvPr>
        </p:nvSpPr>
        <p:spPr>
          <a:xfrm>
            <a:off x="2205450" y="1758650"/>
            <a:ext cx="47331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/>
              <a:t>Thank You!</a:t>
            </a:r>
            <a:endParaRPr sz="7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482</Words>
  <Application>Microsoft Office PowerPoint</Application>
  <PresentationFormat>On-screen Show (16:9)</PresentationFormat>
  <Paragraphs>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Nunito</vt:lpstr>
      <vt:lpstr>Times New Roman</vt:lpstr>
      <vt:lpstr>Shift</vt:lpstr>
      <vt:lpstr>Cloud Computing</vt:lpstr>
      <vt:lpstr>Elevator Pitch of Our Program</vt:lpstr>
      <vt:lpstr>Architecture</vt:lpstr>
      <vt:lpstr>Non-Functional Requirements</vt:lpstr>
      <vt:lpstr>Use Case</vt:lpstr>
      <vt:lpstr>A manager using our system can check the following:</vt:lpstr>
      <vt:lpstr>A manager using our system can check the following:</vt:lpstr>
      <vt:lpstr>A manager using our system can check the following:</vt:lpstr>
      <vt:lpstr>A manager using our system can check the following:</vt:lpstr>
      <vt:lpstr>A manager using our system can check the following:</vt:lpstr>
      <vt:lpstr>Changes made after week 7’s studio </vt:lpstr>
      <vt:lpstr>Changes made after week 10’s studio </vt:lpstr>
      <vt:lpstr>SUS Score</vt:lpstr>
      <vt:lpstr>Algorithm transparency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Anat Rutman</dc:creator>
  <cp:lastModifiedBy>חסן סייד אחמד</cp:lastModifiedBy>
  <cp:revision>4</cp:revision>
  <dcterms:modified xsi:type="dcterms:W3CDTF">2024-08-24T11:28:39Z</dcterms:modified>
</cp:coreProperties>
</file>